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alibri"/>
              </a:rPr>
              <a:t>Hakeem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F4F8FB"/>
                </a:solidFill>
                <a:latin typeface="Calibri"/>
              </a:rPr>
              <a:t>AI-Powered Telemedicine Platform - POC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6235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How we built it  |  What is working  |  What is next after POC</a:t>
            </a:r>
          </a:p>
          <a:p>
            <a:r>
              <a:rPr sz="1400" b="0">
                <a:solidFill>
                  <a:srgbClr val="FFFFFF"/>
                </a:solidFill>
                <a:latin typeface="Calibri"/>
              </a:rPr>
              <a:t>Preview: hakeem-git-development-patexs.vercel.app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3A5C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What is Hakeem (POC goal)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How we built it - modules, architecture, stack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Features live today (by portal)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Live demo path (5-7 minutes)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Post-POC roadmap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A7A"/>
                </a:solidFill>
                <a:latin typeface="Calibri"/>
              </a:rPr>
              <a:t>Hakeem POC  |  Confidential  |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3A5C"/>
                </a:solidFill>
                <a:latin typeface="Calibri"/>
              </a:rPr>
              <a:t>What is Hakeem?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A7A8C"/>
                </a:solidFill>
                <a:latin typeface="Calibri"/>
              </a:rPr>
              <a:t>End-to-end telemedicine POC - not just a landing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Public website (SEO, bilingual EN/AR + RTL)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Auth &amp; RBAC - Patient / Doctor / Admin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Three portals with real clinical workflows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EMR core - chart, labs, prescriptions, consents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Live video consultations (LiveKit)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AI layer (Gemini) - assistant + doctor drafts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Goal today: prove full walkthrough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A7A"/>
                </a:solidFill>
                <a:latin typeface="Calibri"/>
              </a:rPr>
              <a:t>Hakeem POC  |  Confidential  |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3A5C"/>
                </a:solidFill>
                <a:latin typeface="Calibri"/>
              </a:rPr>
              <a:t>How we built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A7A8C"/>
                </a:solidFill>
                <a:latin typeface="Calibri"/>
              </a:rPr>
              <a:t>Spec-driven modules -&gt; Plan -&gt; Tasks -&gt; Implement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Module 0-1: Public website + SEO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Module 2: Auth &amp; RBAC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Module 3: Patient portal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Module 4: Doctor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Module 5: Admin portal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Module 6: Platform services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Module 7: EMR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Module 8: AI healthcare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A7A8C"/>
                </a:solidFill>
                <a:latin typeface="Calibri"/>
              </a:rPr>
              <a:t>UI source of truth: Stitch designs  |  No redesign during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A7A"/>
                </a:solidFill>
                <a:latin typeface="Calibri"/>
              </a:rPr>
              <a:t>Hakeem POC  |  Confidential  |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3A5C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1A7A8C"/>
                </a:solidFill>
                <a:latin typeface="Calibri"/>
              </a:rPr>
              <a:t>Clean layers - swap providers without rewriting business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UI (Patient / Doctor / Admin portals)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Server Actions + Zod validation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Domain rules (appointments, consents, AI safety, RBAC)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Ports &amp; Adapters -&gt; Neon DB / Gemini / LiveKit / Storage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Stack: Next.js 15 / TypeScript / Prisma / Neon / Vercel / next-intl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Principles: server-side authz / AI never signs chart / audit + consent / EN-AR RTL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A7A"/>
                </a:solidFill>
                <a:latin typeface="Calibri"/>
              </a:rPr>
              <a:t>Hakeem POC  |  Confidential  |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3A5C"/>
                </a:solidFill>
                <a:latin typeface="Calibri"/>
              </a:rPr>
              <a:t>Working now - Patient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Dashboard &amp; profile / settings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Find doctors &amp; book appointments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Upcoming + history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Records, labs, prescriptions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Payments &amp; notifications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Document upload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LiveKit video consult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AI Assistant + Symptom checker (Gemini)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EN | AR header switcher (RTL)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A7A"/>
                </a:solidFill>
                <a:latin typeface="Calibri"/>
              </a:rPr>
              <a:t>Hakeem POC  |  Confidential  |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3A5C"/>
                </a:solidFill>
                <a:latin typeface="Calibri"/>
              </a:rPr>
              <a:t>Working now - Doctor &amp;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Doctor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Schedule, queue, patient panel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Consultation workspace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SOAP / summary / Rx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LiveKit video (host)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AI documentation drafts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Admin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Users &amp; doctor approval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Appointments oversight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Billing / analytics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Settings, health, audit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AI ops surfaces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A7A"/>
                </a:solidFill>
                <a:latin typeface="Calibri"/>
              </a:rPr>
              <a:t>Hakeem POC  |  Confidential  |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3A5C"/>
                </a:solidFill>
                <a:latin typeface="Calibri"/>
              </a:rPr>
              <a:t>Working now - EMR, Platform &amp;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EMR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Chart summary &amp; history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Allergies, diagnoses, notes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Labs + release rules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Prescriptions + sign flow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Consents &amp;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AI (Gemini free API)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Patient chat + safety refusals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Symptom checker (non-diagnostic)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Doctor SOAP / summary drafts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Human-in-the-loop always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Prompts: src/lib/ai/prompts.ts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A7A"/>
                </a:solidFill>
                <a:latin typeface="Calibri"/>
              </a:rPr>
              <a:t>Hakeem POC  |  Confidential  |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3A5C"/>
                </a:solidFill>
                <a:latin typeface="Calibri"/>
              </a:rPr>
              <a:t>Demo path (5-7 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1. Public landing -&gt; SEO + bilingual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2. Login patient -&gt; dashboard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3. AI Assistant -&gt; ask a health question (Gemini)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4. Open video appointment -&gt; Join (LiveKit)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5. Login doctor -&gt; queue / consultation -&gt; AI SOAP draft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6. Optional: Admin -&gt; users /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9377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A6A7A"/>
                </a:solidFill>
                <a:latin typeface="Calibri"/>
              </a:rPr>
              <a:t>Accounts: patient@hakeem.local / Patient!Pass1234  |  doctor@hakeem.local / Doctor!Pass1234  |  admin@hakeem.local / Admin!Pass1234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A7A"/>
                </a:solidFill>
                <a:latin typeface="Calibri"/>
              </a:rPr>
              <a:t>Hakeem POC  |  Confidential  |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3A5C"/>
                </a:solidFill>
                <a:latin typeface="Calibri"/>
              </a:rPr>
              <a:t>After POC -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Production hardening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Secret rotation &amp; monitoring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Real email delivery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Security / load review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Promote production when green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Real integrations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Payments, SMS, Push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Object storage (S3/Blob)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Malware scanning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Clinical / compliance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Formal BAA with AI provider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Deeper retention &amp; MFA/OAuth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F2E"/>
                </a:solidFill>
                <a:latin typeface="Calibri"/>
              </a:rPr>
              <a:t>* AI next (out of v1 POC)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Ambient scribing in video calls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Voice in/out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External EHR context</a:t>
            </a:r>
          </a:p>
          <a:p>
            <a:pPr lvl="1">
              <a:spcAft>
                <a:spcPts val="800"/>
              </a:spcAft>
            </a:pPr>
            <a:r>
              <a:rPr sz="1400" b="0">
                <a:solidFill>
                  <a:srgbClr val="1A1F2E"/>
                </a:solidFill>
                <a:latin typeface="Calibri"/>
              </a:rPr>
              <a:t>- Richer medical KB /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A7A"/>
                </a:solidFill>
                <a:latin typeface="Calibri"/>
              </a:rPr>
              <a:t>Hakeem POC  |  Confidential  |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B3A5C"/>
                </a:solidFill>
                <a:latin typeface="Calibri"/>
              </a:rPr>
              <a:t>Access for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Preview: https://hakeem-git-development-patexs.vercel.app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Repository: https://github.com/ahPatexs/hakeem  (branch: development)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Prompts: src/lib/ai/prompts.ts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Orchestration: src/lib/ai/orchestration.ts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Gemini adapter: src/adapters/gemini-ai.ts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F2E"/>
                </a:solidFill>
                <a:latin typeface="Calibri"/>
              </a:rPr>
              <a:t>* AI spec: specs/008-ai-healthcare-platform/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A7A"/>
                </a:solidFill>
                <a:latin typeface="Calibri"/>
              </a:rPr>
              <a:t>Hakeem POC  |  Confidential  |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POC delivered end-to-end</a:t>
            </a:r>
          </a:p>
          <a:p>
            <a:pPr>
              <a:spcAft>
                <a:spcPts val="600"/>
              </a:spcAft>
            </a:pPr>
            <a:r>
              <a:rPr sz="2000" b="0">
                <a:solidFill>
                  <a:srgbClr val="F4F8FB"/>
                </a:solidFill>
                <a:latin typeface="Calibri"/>
              </a:rPr>
              <a:t>Public -&gt; Auth -&gt; 3 portals -&gt; EMR -&gt; Video -&gt; AI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Architecture is modular and provider-swappable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Next: harden for production + deeper integrations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rPr sz="2600" b="1">
                <a:solidFill>
                  <a:srgbClr val="2D9C8F"/>
                </a:solidFill>
                <a:latin typeface="Calibri"/>
              </a:rPr>
              <a:t>Thank you -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